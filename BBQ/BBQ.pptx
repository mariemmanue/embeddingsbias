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43"/>
    <p:restoredTop sz="94666"/>
  </p:normalViewPr>
  <p:slideViewPr>
    <p:cSldViewPr snapToGrid="0">
      <p:cViewPr varScale="1">
        <p:scale>
          <a:sx n="96" d="100"/>
          <a:sy n="96" d="100"/>
        </p:scale>
        <p:origin x="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13AE4-DC46-EC80-677C-CAFE4FC984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EE8212-8DD7-2258-AA25-50D8D0014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7747E-939B-6A1A-7473-B412DFA04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5050A-43F8-F447-9FED-F52C944A818E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B9F3E8-7507-16A8-B2F4-BA793FA3B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BA5DC-342D-79B2-4FD2-2A8DC5791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66CF4-1764-D64E-B4DE-8662166BB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830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7F960-6286-E4C3-83F8-0F3864115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5CB20-FFBA-AD24-F888-197F3A7836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12B30-9966-D8C6-7AB1-357FD1AE5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5050A-43F8-F447-9FED-F52C944A818E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FED099-0222-D65E-5B0A-6539CD87C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3020D3-B9B4-7C61-4EA2-559A49537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66CF4-1764-D64E-B4DE-8662166BB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20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61B7C-475B-4709-B3C3-75C92EAF0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2718FA-9337-7A50-FE6C-0ED52CDB64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E5637D-3353-0BD5-45E4-A4C8094C5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5050A-43F8-F447-9FED-F52C944A818E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E0A10B-0EC0-F8FF-7DB3-2B8C152DA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0F333B-1869-1A2A-2571-AF52D003A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66CF4-1764-D64E-B4DE-8662166BB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645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30733-F4FF-4284-2B09-87E734B3D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23875-708D-C0FE-4D7F-A58056ACAE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E3BF73-EA3E-2AA8-EF12-F1C11CC36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D6AE47-2AF5-142A-5730-E39E1B67D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5050A-43F8-F447-9FED-F52C944A818E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1707DF-98B9-553B-E9FB-2790C163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01F9EC-BACF-39D0-5855-E2D8B43F6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66CF4-1764-D64E-B4DE-8662166BB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80BD1-8EB2-2D27-C055-2A7B0BD08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7F60FA-1C6F-6642-9537-DB60242BBA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F08BC0-54B3-3A35-D0F2-349ED8419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CE6857-3A1F-45CD-128F-8023CCE08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77FAFA-6BF3-DB08-DEFA-4F7EB5146A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28CF2D-A355-EB62-0CE9-F7E195D2A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5050A-43F8-F447-9FED-F52C944A818E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5E76C7-B7EB-9594-9805-4499A15EB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4B1AAC-A871-D44B-69D5-BB94D0FF1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66CF4-1764-D64E-B4DE-8662166BB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654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D8289-DCD7-4458-6F83-38C875448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45B84-3B82-77F9-F8E5-206591B60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5050A-43F8-F447-9FED-F52C944A818E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3827-50B9-B069-AA29-C396CF0A4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3F4CDD-68B6-34B7-279B-148E7C214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66CF4-1764-D64E-B4DE-8662166BB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56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42CE5E-FE83-D0E4-E745-78268FC4A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5050A-43F8-F447-9FED-F52C944A818E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5D9B99-4F8F-56EE-01CA-3D5FA4F74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C1EF3D-6E64-CF83-5A04-C0D4E22FE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66CF4-1764-D64E-B4DE-8662166BB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411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487C0-53C9-1BD6-2F8F-1A1225F14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D4F38-FE64-EF07-C734-002E6FA8B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01D4CD-5AB8-A5F3-36EF-395A6DA2E9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3F95-5003-3A60-B025-63D94FD73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5050A-43F8-F447-9FED-F52C944A818E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852C9C-5788-476E-A821-640172BC2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A694CE-B0E3-3ADD-3D80-B87465417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66CF4-1764-D64E-B4DE-8662166BB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547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7D0E-6036-CED8-DA57-7EDCAC705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CB2108-14C7-C477-BCCD-F075708A57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61E3AA-323D-BDAB-94F0-836A22BC3A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98E52B-18D6-CDD9-B414-04514B6BC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5050A-43F8-F447-9FED-F52C944A818E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F2FB7B-FEF4-B48A-037F-F13946D53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4423FD-0DA9-E5F8-9E2E-95C45B578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66CF4-1764-D64E-B4DE-8662166BB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881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0917C-9B89-46F9-EF37-002384F6C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FDF69C-0E9B-91C2-00AB-6343C2AD3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BBD643-B96F-BF68-7B25-C17C5C6D4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5050A-43F8-F447-9FED-F52C944A818E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26621E-D851-D9A2-0A72-C464C610D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73B48-CC0D-C88C-A6CC-A0554107F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66CF4-1764-D64E-B4DE-8662166BB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145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6257F-297A-9742-107E-2224C79210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4184C-BA5F-4B3C-4C40-31303D19B4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CCA113-4F6B-5B0D-1CE7-AFBC3E958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5050A-43F8-F447-9FED-F52C944A818E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76B91A-F900-CC92-274E-13E152851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60BD5-2385-F1F5-0167-4F1803CAE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66CF4-1764-D64E-B4DE-8662166BB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519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D9CA00-05C5-1482-F906-A78161D70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E812C5-50F8-8044-92FB-BD869AA0C6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6F8112-0994-6465-EEFE-36005E7FB2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15050A-43F8-F447-9FED-F52C944A818E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58C0E-9A42-A613-3F92-6E982E103D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E4869-5209-9C81-61A7-BA31DA25FA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E66CF4-1764-D64E-B4DE-8662166BB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972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8A947-5702-3CF8-EDF8-35C4C0C690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6D1076-E75C-5D4C-9C9E-2C7CAAD6C3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71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C546C-1067-0D02-0DF3-24E4FE638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A7B4E1-967B-F175-1235-5F109425A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406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 Tano</dc:creator>
  <cp:lastModifiedBy>Marie Tano</cp:lastModifiedBy>
  <cp:revision>1</cp:revision>
  <dcterms:created xsi:type="dcterms:W3CDTF">2025-11-24T19:21:33Z</dcterms:created>
  <dcterms:modified xsi:type="dcterms:W3CDTF">2025-11-24T19:22:01Z</dcterms:modified>
</cp:coreProperties>
</file>